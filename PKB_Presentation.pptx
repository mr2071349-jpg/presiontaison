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kb_cover_slide_1783157076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1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kb_logo_17831570596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5720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60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017"/>
                </a:solidFill>
              </a:defRPr>
            </a:pPr>
            <a:r>
              <a:t>PKB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Quality Disposable Paper 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5D6A7"/>
                </a:solidFill>
              </a:defRPr>
            </a:pPr>
            <a:r>
              <a:t>Eco-Friendly | Affordable | Premium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704" y="4572000"/>
            <a:ext cx="27432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🏢 About PKB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800" b="1">
                <a:solidFill>
                  <a:srgbClr val="1B5E20"/>
                </a:solidFill>
              </a:defRPr>
            </a:pPr>
            <a:r>
              <a:t>PKB - Aapka Bharosemand Brand!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333333"/>
                </a:solidFill>
              </a:defRPr>
            </a:pPr>
            <a:r>
              <a:t>Hum provide karte hain best quality disposable paper plates jo perfect hain: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</a:defRPr>
            </a:pPr>
            <a:r>
              <a:t>✅  Shaadi &amp; Functions ke liye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</a:defRPr>
            </a:pPr>
            <a:r>
              <a:t>✅  Parties &amp; Events ke liye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</a:defRPr>
            </a:pPr>
            <a:r>
              <a:t>✅  Street Food &amp; Catering ke liye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</a:defRPr>
            </a:pPr>
            <a:r>
              <a:t>✅  Daily Use ke liye</a:t>
            </a:r>
          </a:p>
          <a:p>
            <a:pPr algn="l">
              <a:spcAft>
                <a:spcPts val="1600"/>
              </a:spcAft>
              <a:defRPr sz="2000" b="0">
                <a:solidFill>
                  <a:srgbClr val="333333"/>
                </a:solidFill>
              </a:defRPr>
            </a:pPr>
            <a:r>
              <a:t>✅  Hotel &amp; Restaurant ke liye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616161"/>
                </a:solidFill>
              </a:defRPr>
            </a:pPr>
            <a:r>
              <a:t>Hamari plates silver foil coated hain jo food-safe aur leak-proof hain.</a:t>
            </a:r>
          </a:p>
        </p:txBody>
      </p:sp>
      <p:pic>
        <p:nvPicPr>
          <p:cNvPr id="5" name="Picture 4" descr="pkb_plates_product_1783157049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📦 Our Products &amp; 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572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2011680"/>
            <a:ext cx="1828800" cy="182880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0">
                <a:solidFill>
                  <a:srgbClr val="333333"/>
                </a:solidFill>
              </a:defRPr>
            </a:pPr>
            <a:r>
              <a:t>🍽️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5E20"/>
                </a:solidFill>
              </a:defRPr>
            </a:pPr>
            <a:r>
              <a:t>Small Size 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Perfect for snacks &amp; starters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5029200"/>
            <a:ext cx="228600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5074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Only ₹20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645920"/>
            <a:ext cx="4572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18120" y="2011680"/>
            <a:ext cx="2286000" cy="201168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3774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0">
                <a:solidFill>
                  <a:srgbClr val="333333"/>
                </a:solidFill>
              </a:defRPr>
            </a:pPr>
            <a:r>
              <a:t>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5E20"/>
                </a:solidFill>
              </a:defRPr>
            </a:pPr>
            <a:r>
              <a:t>Large Size 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Perfect for meals &amp; 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029200"/>
            <a:ext cx="228600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5074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Only ₹40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</a:defRPr>
            </a:pPr>
            <a:r>
              <a:t>* Bulk orders pe special discount available hai! Contact karein.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⭐ Why Choose PKB?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</a:defRPr>
            </a:pPr>
            <a: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Premium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6161"/>
                </a:solidFill>
              </a:defRPr>
            </a:pPr>
            <a:r>
              <a:t>High-grade silver foil coated paper 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29184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</a:defRPr>
            </a:pPr>
            <a: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Best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6161"/>
                </a:solidFill>
              </a:defRPr>
            </a:pPr>
            <a:r>
              <a:t>Starting from just ₹20 - sabse sasta!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29184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</a:defRPr>
            </a:pPr>
            <a: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Eco-Friendly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6161"/>
                </a:solidFill>
              </a:defRPr>
            </a:pPr>
            <a:r>
              <a:t>Biodegradable &amp; environment friendly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</a:defRPr>
            </a:pPr>
            <a:r>
              <a:t>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Fast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6161"/>
                </a:solidFill>
              </a:defRPr>
            </a:pPr>
            <a:r>
              <a:t>Quick delivery at your doorstep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114800"/>
            <a:ext cx="3291840" cy="21031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</a:defRPr>
            </a:pPr>
            <a: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39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Bulk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6161"/>
                </a:solidFill>
              </a:defRPr>
            </a:pPr>
            <a:r>
              <a:t>Special discount on bulk &amp; wholesale 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14800"/>
            <a:ext cx="3291840" cy="21031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</a:defRPr>
            </a:pPr>
            <a: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Food 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16161"/>
                </a:solidFill>
              </a:defRPr>
            </a:pPr>
            <a:r>
              <a:t>100% hygienic &amp; leak-proof plates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🛒 Order Kaise Karein?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0590" y="1645920"/>
            <a:ext cx="8229600" cy="41148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61969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 b="1">
                <a:solidFill>
                  <a:srgbClr val="1565C0"/>
                </a:solidFill>
              </a:defRPr>
            </a:pPr>
            <a:r>
              <a:t>📱 Order Details</a:t>
            </a:r>
          </a:p>
          <a:p>
            <a:pPr algn="ctr">
              <a:spcAft>
                <a:spcPts val="1000"/>
              </a:spcAft>
              <a:defRPr sz="1800" b="0">
                <a:solidFill>
                  <a:srgbClr val="333333"/>
                </a:solidFill>
              </a:defRPr>
            </a:pPr>
            <a:r>
              <a:t>Direct WhatsApp message bhejein ya call karein: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1B5E20"/>
                </a:solidFill>
              </a:defRPr>
            </a:pPr>
            <a:r>
              <a:t>📞 Phone / WhatsApp: +91-9318421157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616161"/>
                </a:solidFill>
              </a:defRPr>
            </a:pPr>
            <a:r>
              <a:t>🔗 Order Link (WhatsApp Click to Chat):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1565C0"/>
                </a:solidFill>
              </a:defRPr>
            </a:pPr>
            <a:r>
              <a:t>https://wa.me/919318421157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Steps to Order: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1. Link pe click karke message karein  |  2. Plate size aur quantity batayein  |  3. Delivery Address confirm karein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62828"/>
                </a:solidFill>
              </a:defRPr>
            </a:pPr>
            <a:r>
              <a:t>⚡ Bulk orders pe special discount available hai!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kb_cover_slide_1783157076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1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4A017"/>
                </a:solidFill>
              </a:defRPr>
            </a:pPr>
            <a:r>
              <a:t>🙏 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PKB - Quality Disposable Paper 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504" y="3474720"/>
            <a:ext cx="36576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0">
                <a:solidFill>
                  <a:srgbClr val="FFFFFF"/>
                </a:solidFill>
              </a:defRPr>
            </a:pPr>
            <a:r>
              <a:t>📞  Call / WhatsApp: +91-9318421157</a:t>
            </a:r>
          </a:p>
          <a:p>
            <a:pPr algn="ctr">
              <a:spcAft>
                <a:spcPts val="1200"/>
              </a:spcAft>
              <a:defRPr sz="2200" b="0">
                <a:solidFill>
                  <a:srgbClr val="FFFFFF"/>
                </a:solidFill>
              </a:defRPr>
            </a:pPr>
            <a:r>
              <a:t>📍  Location: Your City, India</a:t>
            </a:r>
          </a:p>
          <a:p>
            <a:pPr algn="ctr">
              <a:spcAft>
                <a:spcPts val="2000"/>
              </a:spcAft>
              <a:defRPr sz="2000" b="0">
                <a:solidFill>
                  <a:srgbClr val="A5D6A7"/>
                </a:solidFill>
              </a:defRPr>
            </a:pPr>
            <a:r>
              <a:t>🌐  Order Online: https://wa.me/919318421157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760720"/>
            <a:ext cx="4572000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Abhi Order Karein! 🛒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